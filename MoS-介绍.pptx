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828800"/>
            <a:ext cx="109728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73736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170432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Go 智能体基础框架 · Agent Base SDK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0432" y="3611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LLM 接入 · 声明式工具系统 · 事件日志会话 · 可插拔循环驱动 · 安全纵深防御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70432" y="422452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5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把长程任务的可靠性瓶颈（上下文腐化 · 工具误用 · 不可验证的完成 · 无法恢复）沉淀为可复用的框架能力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70432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当前进展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重建切片 S0–S7.2 已交付（26 中 25 完成）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70432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2026-10 · docs/PRD.md + docs/ARCHITECTURE.md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问题定位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模型之上，可靠性瓶颈在 harness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解决的不是"接模型"，而是长程任务的工程可靠性：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9659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65960"/>
            <a:ext cx="263347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224028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上下文腐化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1248" y="2834640"/>
            <a:ext cx="22311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长对话里关键信息被稀释、指令被冲淡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截断 + fresh-context 压缩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56432" y="19659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1965960"/>
            <a:ext cx="263347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0" y="224028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工具误用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22311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参数幻觉、越权访问、危险命令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Policy 拦截 + 文件 jail + 沙箱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72784" y="19659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72784" y="1965960"/>
            <a:ext cx="263347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6473952" y="224028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自我声明式完成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73952" y="2834640"/>
            <a:ext cx="22311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"我说做完了"不算数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Auditor 审计门，只认环境验证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089136" y="1965960"/>
            <a:ext cx="2633472" cy="320040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089136" y="1965960"/>
            <a:ext cx="263347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9290304" y="2240280"/>
            <a:ext cx="22311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无法断点恢复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90304" y="2834640"/>
            <a:ext cx="223113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崩溃即丢进度、无审计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append-only 事件日志 + 恢复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4864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</a:t>
            </a:r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这些问题与具体模型无关，属于可沉淀的 harness 层 —— MoS 就是这层的 SDK。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设计理念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Harness Engineering 四铁律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53309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783080" y="18562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状态写文件，不写上下文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783080" y="249631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TaskState 外置；会话事件日志（append-only）是唯一事实来源，可重放、可恢复。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3309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360920" y="185623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只接受环境独立验证的事实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60920" y="249631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Auditor 审计门：退出码 / 路径命中 / 事件日志说了算，模型自述不算数。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840480"/>
            <a:ext cx="53309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4069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783080" y="40965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上下文是稀缺资源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783080" y="473659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截断 + 压缩 + 槽位式系统提示词 + 上下文文件懒加载；切割点不切断工具对。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30952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40690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360920" y="4096512"/>
            <a:ext cx="3977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能写成 Linter 的约束别写成文档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360920" y="4736592"/>
            <a:ext cx="3977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 执行前拦截 + GuardBus 单调守卫 + Sandbox 执行中隔离；fail-closed 兜底。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053328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配套原则：Loop Engineering 九杠杆 · Audit Gate 审计式状态迁移 · 补偿面理论（模型变强则主动拆 harness）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分层与依赖方向（自上而下，禁止反向）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54480"/>
            <a:ext cx="82296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093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装配层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16093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mos（根包）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0" y="160934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mos.New(Config) 一行装配 · 运行期旋钮 · 能力即证据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33172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331720"/>
            <a:ext cx="82296" cy="65836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38658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38658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82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LoopDriver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0" y="238658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已落地；PlanExecute / Reflection / Scripted 按 PRD 回填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10896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08960"/>
            <a:ext cx="82296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16382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执行通道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40280" y="316382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94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agent/execpath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0" y="316382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守卫 preflight → 屏障式有界并发 → 按调用序回填（各驱动共用）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88620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886200"/>
            <a:ext cx="82296" cy="65836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94106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基础设施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240280" y="394106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session / event / hook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0" y="394106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事件日志会话 · HookBus + GuardBus 双轨制 · RunContext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66344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4663440"/>
            <a:ext cx="82296" cy="65836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71830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能力层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240280" y="471830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llm / tool / filesystem / sandbox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47183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协议适配 · 工具注册表 · 文件 jail · 进程隔离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44068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5440680"/>
            <a:ext cx="82296" cy="6583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49554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协议层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240280" y="5495544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moproto（外部，只读）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29200" y="549554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协议归一 · 密钥管理 · 模型路由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509760" y="1554480"/>
            <a:ext cx="2039112" cy="4572000"/>
          </a:xfrm>
          <a:prstGeom prst="roundRect">
            <a:avLst>
              <a:gd name="adj" fmla="val 358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9710928" y="1783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不变式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710928" y="2194560"/>
            <a:ext cx="169164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fail-closed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未知即拒绝，缺能力即报错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日志即事实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append-only，同步落盘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零开销降级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扩展点 nil 时零成本
</a:t>
            </a:r>
            <a:pPr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近零依赖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协议层 + uuid + yaml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四块核心能力（S0–S7.2 已交付）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2633472" cy="4434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00200"/>
            <a:ext cx="263347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367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LLM 接入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OpenAI / Anthropic / Gemini 三协议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 + 用量口径统一（FreshInputTokens）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策略化重试：只重试瞬时错误 · 指数退避 + 抖动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类型化状态码 StatusError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56432" y="1600200"/>
            <a:ext cx="2633472" cy="4434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56432" y="1600200"/>
            <a:ext cx="2633472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639312" y="16367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工具系统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39312" y="224028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read / write / edit + grep / glob / ls（对齐 PI/DSH）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struct tag 自动生成 JSON Schema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联网工具包 tool/web（SSRF 防御 + 地址钉住）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显式并发 opt-in，未声明一律独占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72784" y="1600200"/>
            <a:ext cx="2633472" cy="4434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600200"/>
            <a:ext cx="2633472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6455664" y="16367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会话与状态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55664" y="224028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append-only 事件日志 + 消息投影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JSONL 持久化，崩溃恢复（孤儿 turn 合成 interrupted）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TaskState 外置 + Auditor 审计门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投影合法性：工具对永远成对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89136" y="1600200"/>
            <a:ext cx="2633472" cy="4434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89136" y="1600200"/>
            <a:ext cx="2633472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9272016" y="1636776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循环与装配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72016" y="2240280"/>
            <a:ext cx="2286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驱动 + LoopDriver 可插拔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执行通道三阶段：preflight / execute / finalize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mos.New(Config) 一行装配 + Describe() 快照</a:t>
            </a:r>
            <a:endParaRPr lang="en-US" sz="10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多模型目录 + 运行期换模型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安全纵深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四层防线 + 双轨制，逐层收窄 blast radius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600200"/>
            <a:ext cx="7589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600200"/>
            <a:ext cx="82296" cy="89611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Policy 规则层  </a:t>
            </a:r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agent/policy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039112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工具名级黑白名单，fail-closed：未知工具一律拒绝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624328"/>
            <a:ext cx="7589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624328"/>
            <a:ext cx="82296" cy="89611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15768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Guard 守卫层  </a:t>
            </a:r>
            <a:pPr indent="0" marL="0">
              <a:buNone/>
            </a:pPr>
            <a:r>
              <a:rPr lang="en-US" sz="950" dirty="0">
                <a:solidFill>
                  <a:srgbClr val="3B82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agent/hook GuardBus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serial 单调裁决，钩子结构上无法绕过守卫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648456"/>
            <a:ext cx="7589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48456"/>
            <a:ext cx="82296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39896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Sandbox 隔离层  </a:t>
            </a:r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filesystem + sandbox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087368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文件 jail（Lexical+Realpath 双校验、symlink 防护）· 进程隔离 · macOS Seatbelt 路径强制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672584"/>
            <a:ext cx="758952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672584"/>
            <a:ext cx="82296" cy="89611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764024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人工 + 审计层  </a:t>
            </a:r>
            <a:pPr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agent/approval + Auditor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8680" y="5111496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四档审批结果 + 审计落会话日志；只认环境验证过的事实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458200" y="1600200"/>
            <a:ext cx="3090672" cy="3977640"/>
          </a:xfrm>
          <a:prstGeom prst="roundRect">
            <a:avLst>
              <a:gd name="adj" fmla="val 2367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0" y="18288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 / Guard 双轨制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686800" y="2286000"/>
            <a:ext cx="2651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HookBus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waterfall 可改写 —— 行为性扩展（压缩 / RAG / 指标 / 裁剪）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CA5A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GuardBus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serial 单调裁决 —— 安全约束，首个拒绝即整体拒绝，钩子绕不过
</a:t>
            </a:r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86EFA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载荷冻结
</a:t>
            </a:r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钩子不得改写工具名/参数/CallID —— 守卫判定恒有效（PI/DSH 共识）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fail-closed 贯穿全层：审批未配置即拒绝 · capability 缺失即 NotConfiguredError · 未声明并发一律独占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运行时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 turn 的事件序列（循环契约）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1907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3C5FD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turn/start → user → ( assistant → tool/call* → tool/result* )* → assistant → turn/end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9169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历史来源唯一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2644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驱动不自行维护消息数组；历史 = 系统引导 + 会话事件投影，工具定义单独传决策器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27889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29169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错误即结果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32644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工具报错 / 幻觉工具名 / 守卫拒绝 → IsError 回填给模型自我纠正，不中断 turn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46720" y="27889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0" y="29169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日志留洞，投影治愈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0" y="32644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硬杀留下无回执的 tool/call；投影时补合成中断回执，对外历史永远合法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22960" y="45171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用量分协议读取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48646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Anthropic 用量拆在两个事件，适配器两侧都读逐字段合并；缓存命中率自算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43400" y="43891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26280" y="45171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连续调用提醒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26280" y="48646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(tool, args) 连续 3 次 → tool/result 末尾附提醒（advisory，DSH 同哲学）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438912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0" y="451713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有界与诚实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29600" y="4864608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轮次默认不限（对齐 PI/DSH）；设了上限而耗尽时诚实报错，不造假绿灯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重建切片 S0–S7.2：26 个切片，25 个已交付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481328"/>
            <a:ext cx="10908792" cy="292608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81328"/>
            <a:ext cx="10472440" cy="2926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0" y="146304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≈96%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S1 会话事件日志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29000" y="214884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 LLM 三协议接入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14884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7648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S2b 重试加固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06840" y="214884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16568" y="214884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S4a ReAct 循环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2734056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27340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S3 工具系统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29000" y="2734056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38728" y="27340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S4b 工具执行回填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2734056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27340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S5a 执行通道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2734056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16568" y="273405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S5b 双轨制 Hook/Guard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319272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3319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S5c Policy 规则层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29000" y="3319272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38728" y="3319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S5d 文件 jail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319272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27648" y="3319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S5e 三阶段通道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06840" y="3319272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16568" y="331927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S5f-1 进程沙箱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390448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3904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S5f-2a 参数级决策点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429000" y="390448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38728" y="3904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S5g 人工审批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90448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904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S5h 写前观察门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006840" y="3904488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16568" y="390448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S5i 提示词装配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4489704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" y="44897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S5i.1 上下文文件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29000" y="4489704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38728" y="44897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S5i.2 装配层入口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17920" y="4489704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7648" y="44897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S6 上下文工程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006840" y="4489704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16568" y="44897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S7 装配层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" y="507492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49808" y="50749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S7.1 工具名对齐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429000" y="5074920"/>
            <a:ext cx="26517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538728" y="507492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✓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S7.2 多模型 + 联网工具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5742432"/>
            <a:ext cx="10908792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" y="5742432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唯一未完 </a:t>
            </a:r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S5f-2b 路径强制隔离：macOS Seatbelt ✅ ／ Linux Landlock ⬜（🔶 进行中）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47472"/>
            <a:ext cx="10881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563E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路线图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10881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下一步：发布准备 → 规模化 → 多智能体 → 生产化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MoS · Go 智能体基础框架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5448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03120" y="1554480"/>
            <a:ext cx="94457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1554480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发布准备（P0） 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moproto 脱离本地 replace · 文档路径同步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2359152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59152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M2.9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103120" y="2359152"/>
            <a:ext cx="94457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31720" y="2359152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经验记忆 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成功策略/已知陷阱入库，评分检索注入（不进会话历史）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163824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63824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M2.10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103120" y="3163824"/>
            <a:ext cx="94457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331720" y="3163824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工具规模化 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schema 缓存与压缩 · deferred 懒加载（tool_search）· 静态提示保缓存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3968496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68496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103120" y="3968496"/>
            <a:ext cx="94457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31720" y="3968496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多智能体 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SubAgent（agents-as-tools）· MCP · AgentTeam · 并行 DAG · 合约+Elo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0080" y="4773168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773168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103120" y="4773168"/>
            <a:ext cx="94457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4773168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生产化 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Docker 强隔离 · 分级路由 · 评估与监控 · runs/&lt;run-id&gt; 可恢复目录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325880" cy="658368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577840"/>
            <a:ext cx="1325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103120" y="5577840"/>
            <a:ext cx="944575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CBD5E1">
                <a:alpha val="3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331720" y="5577840"/>
            <a:ext cx="9052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自我进化（实验）   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独立进化 Agent 消费审计事件流；禁 LLM 自评闭环，机器信号为准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排期原则：不设日历日期，按依赖顺序推进；每个里程碑完成后同步更新记录。M3 已分期 M3a/M3b 控制范围。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三句话记住 MoS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日志即事实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97280" y="2724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事件日志 append-only 是唯一真相；崩溃可恢复、过程可重放、审计有据可查。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347472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只认环境验证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867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模型自述不算数；退出码、路径命中、事件流才是完成的凭据。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4617720"/>
            <a:ext cx="82296" cy="7772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纵深而非单点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97280" y="501091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Policy → Guard → Sandbox → 审批 → 审计，每层独立成立，fail-closed 兜底。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5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仓库：github.com/puras/mos · 文档：docs/PRD.md · docs/ARCHITECTURE.md · 示例：examples/chat · examples/minimal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MoS — Go 智能体基础框架</dc:title>
  <dc:subject>PptxGenJS Presentation</dc:subject>
  <dc:creator>MoS</dc:creator>
  <cp:lastModifiedBy>MoS</cp:lastModifiedBy>
  <cp:revision>1</cp:revision>
  <dcterms:created xsi:type="dcterms:W3CDTF">2026-10-28T09:39:24Z</dcterms:created>
  <dcterms:modified xsi:type="dcterms:W3CDTF">2026-10-28T09:39:24Z</dcterms:modified>
</cp:coreProperties>
</file>